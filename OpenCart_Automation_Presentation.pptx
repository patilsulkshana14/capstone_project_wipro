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4" r:id="rId6"/>
    <p:sldId id="266" r:id="rId7"/>
    <p:sldId id="267" r:id="rId8"/>
    <p:sldId id="268" r:id="rId9"/>
    <p:sldId id="269" r:id="rId10"/>
    <p:sldId id="270" r:id="rId11"/>
    <p:sldId id="271" r:id="rId12"/>
    <p:sldId id="261" r:id="rId13"/>
    <p:sldId id="262" r:id="rId14"/>
    <p:sldId id="26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E317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AFFE3-CAD7-40AA-8C49-74B66497B74A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EDFDC5-DCA9-4D62-826F-74397662D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25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EDFDC5-DCA9-4D62-826F-74397662D21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797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35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341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71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624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00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80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355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970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061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665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0503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754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9961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580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5733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14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509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OpenCart Automation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 - Sulkshana Patil</a:t>
            </a:r>
          </a:p>
          <a:p>
            <a:r>
              <a:t>Under Guidance of Mrs. Vaishali Sonawane Mam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project is based on automation testing of the </a:t>
            </a:r>
            <a:r>
              <a:rPr dirty="0" err="1"/>
              <a:t>OpenCart</a:t>
            </a:r>
            <a:r>
              <a:rPr dirty="0"/>
              <a:t> demo website.</a:t>
            </a:r>
          </a:p>
          <a:p>
            <a:endParaRPr dirty="0"/>
          </a:p>
          <a:p>
            <a:r>
              <a:rPr dirty="0"/>
              <a:t>Tools used: Selenium WebDriver with Cucumber (BDD).</a:t>
            </a:r>
          </a:p>
          <a:p>
            <a:endParaRPr dirty="0"/>
          </a:p>
          <a:p>
            <a:r>
              <a:rPr dirty="0"/>
              <a:t>Aim: To automate common workflows in </a:t>
            </a:r>
            <a:r>
              <a:rPr dirty="0" err="1"/>
              <a:t>OpenCart</a:t>
            </a:r>
            <a:r>
              <a:rPr dirty="0"/>
              <a:t> such as Registration, Login, Checkout, and Address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657726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What is </a:t>
            </a:r>
            <a:r>
              <a:rPr dirty="0" err="1"/>
              <a:t>OpenCart</a:t>
            </a:r>
            <a:r>
              <a:rPr dirty="0"/>
              <a:t>?</a:t>
            </a:r>
          </a:p>
          <a:p>
            <a:r>
              <a:rPr dirty="0" err="1"/>
              <a:t>OpenCart</a:t>
            </a:r>
            <a:r>
              <a:rPr dirty="0"/>
              <a:t> is an online shopping platform used by businesses worldwide.</a:t>
            </a:r>
          </a:p>
          <a:p>
            <a:endParaRPr dirty="0"/>
          </a:p>
          <a:p>
            <a:r>
              <a:rPr dirty="0"/>
              <a:t>Main features automated in this project include:</a:t>
            </a:r>
          </a:p>
          <a:p>
            <a:r>
              <a:rPr dirty="0"/>
              <a:t>- </a:t>
            </a:r>
            <a:r>
              <a:rPr lang="en-IN" dirty="0"/>
              <a:t>User Registration </a:t>
            </a:r>
            <a:r>
              <a:rPr lang="en-IN" dirty="0" smtClean="0"/>
              <a:t>and </a:t>
            </a:r>
            <a:r>
              <a:rPr lang="en-IN" dirty="0"/>
              <a:t>Forgot </a:t>
            </a:r>
            <a:r>
              <a:rPr lang="en-IN" dirty="0" smtClean="0"/>
              <a:t>Password</a:t>
            </a:r>
            <a:endParaRPr lang="en-IN" dirty="0"/>
          </a:p>
          <a:p>
            <a:r>
              <a:rPr lang="en-IN" dirty="0"/>
              <a:t>- Login </a:t>
            </a:r>
            <a:endParaRPr lang="en-IN" dirty="0" smtClean="0"/>
          </a:p>
          <a:p>
            <a:r>
              <a:rPr lang="en-IN" dirty="0" smtClean="0"/>
              <a:t>- </a:t>
            </a:r>
            <a:r>
              <a:rPr lang="en-IN" dirty="0"/>
              <a:t>Product Search</a:t>
            </a:r>
          </a:p>
          <a:p>
            <a:r>
              <a:rPr lang="en-IN" dirty="0"/>
              <a:t>- Sort </a:t>
            </a:r>
            <a:endParaRPr lang="en-IN" dirty="0" smtClean="0"/>
          </a:p>
          <a:p>
            <a:r>
              <a:rPr lang="en-IN" dirty="0" smtClean="0"/>
              <a:t>- </a:t>
            </a:r>
            <a:r>
              <a:rPr lang="en-IN" dirty="0"/>
              <a:t>Add to Cart</a:t>
            </a:r>
          </a:p>
          <a:p>
            <a:r>
              <a:rPr lang="en-IN" dirty="0"/>
              <a:t>- Update Quantity in Cart</a:t>
            </a:r>
          </a:p>
          <a:p>
            <a:r>
              <a:rPr lang="en-IN" dirty="0"/>
              <a:t>- Remove from Cart</a:t>
            </a:r>
          </a:p>
          <a:p>
            <a:r>
              <a:rPr lang="en-IN" dirty="0"/>
              <a:t>- Checkout</a:t>
            </a:r>
          </a:p>
          <a:p>
            <a:r>
              <a:rPr lang="en-IN" dirty="0"/>
              <a:t>- Address Management (Add/Update)</a:t>
            </a:r>
          </a:p>
          <a:p>
            <a:r>
              <a:rPr lang="en-IN" dirty="0"/>
              <a:t>- Order History</a:t>
            </a:r>
          </a:p>
          <a:p>
            <a:r>
              <a:rPr lang="en-IN" dirty="0"/>
              <a:t>- Transactions/Payments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Module 1: Registration Page</a:t>
            </a:r>
          </a:p>
          <a:p>
            <a:r>
              <a:rPr dirty="0"/>
              <a:t> - </a:t>
            </a:r>
            <a:r>
              <a:rPr lang="en-IN" dirty="0"/>
              <a:t>Checked Registration </a:t>
            </a:r>
            <a:r>
              <a:rPr lang="en-IN" dirty="0" smtClean="0"/>
              <a:t>functionalities by </a:t>
            </a:r>
            <a:r>
              <a:rPr dirty="0" smtClean="0"/>
              <a:t>filling </a:t>
            </a:r>
            <a:r>
              <a:rPr dirty="0"/>
              <a:t>of user details </a:t>
            </a:r>
            <a:endParaRPr lang="en-US" dirty="0" smtClean="0"/>
          </a:p>
          <a:p>
            <a:r>
              <a:rPr dirty="0" smtClean="0"/>
              <a:t>Module </a:t>
            </a:r>
            <a:r>
              <a:rPr dirty="0"/>
              <a:t>2: Login Page</a:t>
            </a:r>
          </a:p>
          <a:p>
            <a:r>
              <a:rPr dirty="0"/>
              <a:t> - Validating login with multiple </a:t>
            </a:r>
            <a:r>
              <a:rPr dirty="0" smtClean="0"/>
              <a:t>credentials</a:t>
            </a:r>
            <a:endParaRPr lang="en-US" dirty="0" smtClean="0"/>
          </a:p>
          <a:p>
            <a:r>
              <a:rPr lang="en-US" dirty="0"/>
              <a:t>Module </a:t>
            </a:r>
            <a:r>
              <a:rPr lang="en-US" dirty="0"/>
              <a:t>3: </a:t>
            </a:r>
            <a:r>
              <a:rPr lang="en-US" dirty="0"/>
              <a:t>Product Search</a:t>
            </a:r>
          </a:p>
          <a:p>
            <a:r>
              <a:rPr lang="en-IN" dirty="0"/>
              <a:t>- </a:t>
            </a:r>
            <a:r>
              <a:rPr lang="en-US" dirty="0" smtClean="0"/>
              <a:t>Automated </a:t>
            </a:r>
            <a:r>
              <a:rPr lang="en-US" dirty="0"/>
              <a:t>product search via search bar (e.g., “iPhone</a:t>
            </a:r>
            <a:r>
              <a:rPr lang="en-US" dirty="0" smtClean="0"/>
              <a:t>”)</a:t>
            </a:r>
          </a:p>
          <a:p>
            <a:r>
              <a:rPr lang="en-IN" dirty="0"/>
              <a:t>Module </a:t>
            </a:r>
            <a:r>
              <a:rPr lang="en-IN" dirty="0" smtClean="0"/>
              <a:t>4: </a:t>
            </a:r>
            <a:r>
              <a:rPr lang="en-IN" dirty="0"/>
              <a:t>Sort </a:t>
            </a:r>
            <a:r>
              <a:rPr lang="en-IN" dirty="0" smtClean="0"/>
              <a:t>Functionality</a:t>
            </a:r>
          </a:p>
          <a:p>
            <a:r>
              <a:rPr lang="en-IN" dirty="0"/>
              <a:t>- </a:t>
            </a:r>
            <a:r>
              <a:rPr lang="en-US" dirty="0" smtClean="0"/>
              <a:t>Validation </a:t>
            </a:r>
            <a:r>
              <a:rPr lang="en-US" dirty="0"/>
              <a:t>that sorting displays correct </a:t>
            </a:r>
            <a:r>
              <a:rPr lang="en-US" dirty="0" smtClean="0"/>
              <a:t>order</a:t>
            </a:r>
            <a:endParaRPr lang="en-IN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Module </a:t>
            </a:r>
            <a:r>
              <a:rPr lang="en-IN" dirty="0"/>
              <a:t>5: Add to </a:t>
            </a:r>
            <a:r>
              <a:rPr lang="en-IN" dirty="0" smtClean="0"/>
              <a:t>Cart</a:t>
            </a:r>
          </a:p>
          <a:p>
            <a:r>
              <a:rPr lang="en-IN" dirty="0"/>
              <a:t>- </a:t>
            </a:r>
            <a:r>
              <a:rPr lang="en-US" dirty="0" smtClean="0"/>
              <a:t>Adding </a:t>
            </a:r>
            <a:r>
              <a:rPr lang="en-US" dirty="0"/>
              <a:t>selected product to </a:t>
            </a:r>
            <a:r>
              <a:rPr lang="en-US" dirty="0" smtClean="0"/>
              <a:t>cart</a:t>
            </a:r>
          </a:p>
          <a:p>
            <a:r>
              <a:rPr lang="en-IN" dirty="0"/>
              <a:t>- </a:t>
            </a:r>
            <a:r>
              <a:rPr lang="en-US" dirty="0" smtClean="0"/>
              <a:t>Ensures </a:t>
            </a:r>
            <a:r>
              <a:rPr lang="en-US" dirty="0"/>
              <a:t>cart is updated with correct product </a:t>
            </a:r>
            <a:endParaRPr lang="en-US" dirty="0" smtClean="0"/>
          </a:p>
          <a:p>
            <a:r>
              <a:rPr lang="en-IN" dirty="0"/>
              <a:t>Module </a:t>
            </a:r>
            <a:r>
              <a:rPr lang="en-IN" dirty="0" smtClean="0"/>
              <a:t>6: </a:t>
            </a:r>
            <a:r>
              <a:rPr lang="en-IN" dirty="0"/>
              <a:t>Update Quantity in </a:t>
            </a:r>
            <a:r>
              <a:rPr lang="en-IN" dirty="0" smtClean="0"/>
              <a:t>Cart</a:t>
            </a:r>
          </a:p>
          <a:p>
            <a:r>
              <a:rPr lang="en-IN" dirty="0"/>
              <a:t>- </a:t>
            </a:r>
            <a:r>
              <a:rPr lang="en-US" dirty="0" smtClean="0"/>
              <a:t>Viewing </a:t>
            </a:r>
            <a:r>
              <a:rPr lang="en-US" dirty="0"/>
              <a:t>cart and modifying item </a:t>
            </a:r>
            <a:r>
              <a:rPr lang="en-US" dirty="0" smtClean="0"/>
              <a:t>quantities</a:t>
            </a:r>
          </a:p>
          <a:p>
            <a:r>
              <a:rPr lang="en-IN" dirty="0"/>
              <a:t>- </a:t>
            </a:r>
            <a:r>
              <a:rPr lang="en-US" dirty="0" smtClean="0"/>
              <a:t>Updating </a:t>
            </a:r>
            <a:r>
              <a:rPr lang="en-US" dirty="0"/>
              <a:t>cart and validating updated total</a:t>
            </a:r>
            <a:endParaRPr lang="en-IN" dirty="0" smtClean="0"/>
          </a:p>
          <a:p>
            <a:r>
              <a:rPr lang="en-IN" dirty="0" smtClean="0"/>
              <a:t>Module 7</a:t>
            </a:r>
            <a:r>
              <a:rPr lang="en-IN" dirty="0"/>
              <a:t>: Remove from </a:t>
            </a:r>
            <a:r>
              <a:rPr lang="en-IN" dirty="0" smtClean="0"/>
              <a:t>Cart</a:t>
            </a:r>
          </a:p>
          <a:p>
            <a:pPr lvl="0"/>
            <a:r>
              <a:rPr lang="en-IN" dirty="0"/>
              <a:t>- </a:t>
            </a:r>
            <a:r>
              <a:rPr lang="en-US" altLang="en-US" dirty="0" smtClean="0"/>
              <a:t>Removing </a:t>
            </a:r>
            <a:r>
              <a:rPr lang="en-US" altLang="en-US" dirty="0"/>
              <a:t>product(s) from cart</a:t>
            </a:r>
          </a:p>
          <a:p>
            <a:pPr lvl="0"/>
            <a:r>
              <a:rPr lang="en-IN" dirty="0"/>
              <a:t>- </a:t>
            </a:r>
            <a:r>
              <a:rPr lang="en-US" altLang="en-US" dirty="0" smtClean="0"/>
              <a:t>Validating </a:t>
            </a:r>
            <a:r>
              <a:rPr lang="en-US" altLang="en-US" dirty="0"/>
              <a:t>that cart reflects </a:t>
            </a:r>
            <a:r>
              <a:rPr lang="en-US" altLang="en-US" dirty="0"/>
              <a:t>removal</a:t>
            </a:r>
          </a:p>
          <a:p>
            <a:r>
              <a:rPr lang="en-US" dirty="0"/>
              <a:t>Module </a:t>
            </a:r>
            <a:r>
              <a:rPr lang="en-US" dirty="0" smtClean="0"/>
              <a:t>8: </a:t>
            </a:r>
            <a:r>
              <a:rPr lang="en-US" dirty="0"/>
              <a:t>Checkout</a:t>
            </a:r>
          </a:p>
          <a:p>
            <a:r>
              <a:rPr lang="en-US" dirty="0"/>
              <a:t> - Simulated checkout flow after cart </a:t>
            </a:r>
            <a:r>
              <a:rPr lang="en-US" dirty="0" smtClean="0"/>
              <a:t>update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4053106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Module 9</a:t>
            </a:r>
            <a:r>
              <a:rPr lang="en-IN" dirty="0"/>
              <a:t>: </a:t>
            </a:r>
            <a:r>
              <a:rPr lang="en-IN" dirty="0" smtClean="0"/>
              <a:t>Transactions/Payments</a:t>
            </a:r>
          </a:p>
          <a:p>
            <a:r>
              <a:rPr lang="en-IN" dirty="0"/>
              <a:t>- </a:t>
            </a:r>
            <a:r>
              <a:rPr lang="en-US" dirty="0" smtClean="0"/>
              <a:t>Automated </a:t>
            </a:r>
            <a:r>
              <a:rPr lang="en-US" dirty="0"/>
              <a:t>navigation to “Transactions” in My </a:t>
            </a:r>
            <a:r>
              <a:rPr lang="en-US" dirty="0" smtClean="0"/>
              <a:t>Account</a:t>
            </a:r>
          </a:p>
          <a:p>
            <a:r>
              <a:rPr lang="en-IN" dirty="0"/>
              <a:t>- </a:t>
            </a:r>
            <a:r>
              <a:rPr lang="en-IN" dirty="0" smtClean="0"/>
              <a:t>Validation </a:t>
            </a:r>
            <a:r>
              <a:rPr lang="en-IN" dirty="0"/>
              <a:t>of payments/transactions records</a:t>
            </a:r>
            <a:endParaRPr lang="en-US" dirty="0" smtClean="0"/>
          </a:p>
          <a:p>
            <a:r>
              <a:rPr dirty="0" smtClean="0"/>
              <a:t>Module </a:t>
            </a:r>
            <a:r>
              <a:rPr dirty="0"/>
              <a:t>3: Address Update</a:t>
            </a:r>
          </a:p>
          <a:p>
            <a:r>
              <a:rPr dirty="0"/>
              <a:t> - Automated shipping address update with parameterized </a:t>
            </a:r>
            <a:r>
              <a:rPr dirty="0" smtClean="0"/>
              <a:t>data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2466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287E7-2E8A-C961-1EEE-904471998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latin typeface="Arial Rounded MT Bold"/>
              </a:rPr>
              <a:t>DEFECTS </a:t>
            </a:r>
            <a:endParaRPr lang="en-US" sz="3600" dirty="0">
              <a:latin typeface="Arial Rounded MT 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49386-314A-D289-6D46-982CBD568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Search </a:t>
            </a:r>
            <a:r>
              <a:rPr lang="en-US" dirty="0" smtClean="0">
                <a:ea typeface="+mn-lt"/>
                <a:cs typeface="+mn-lt"/>
              </a:rPr>
              <a:t>function when we search for right product its shows product not found </a:t>
            </a:r>
          </a:p>
          <a:p>
            <a:pPr marL="514350" indent="-514350">
              <a:buAutoNum type="arabicPeriod"/>
            </a:pPr>
            <a:r>
              <a:rPr lang="en-US" dirty="0"/>
              <a:t> </a:t>
            </a:r>
            <a:r>
              <a:rPr lang="en-US" dirty="0"/>
              <a:t> Registration page accepts invalid values for email and username fields.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112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BB7A6-6A9A-407B-35F7-5DC0F73E8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9093"/>
            <a:ext cx="10515600" cy="401003"/>
          </a:xfrm>
        </p:spPr>
        <p:txBody>
          <a:bodyPr/>
          <a:lstStyle/>
          <a:p>
            <a:r>
              <a:rPr lang="en-US" sz="2000" b="1" dirty="0">
                <a:latin typeface="Arial Rounded MT Bold"/>
              </a:rPr>
              <a:t>Defect identifier :- </a:t>
            </a:r>
            <a:r>
              <a:rPr lang="en-US" sz="2000" dirty="0">
                <a:latin typeface="Arial Rounded MT Bold"/>
              </a:rPr>
              <a:t>D</a:t>
            </a:r>
            <a:r>
              <a:rPr lang="en-US" sz="2000" dirty="0" smtClean="0">
                <a:latin typeface="Arial Rounded MT Bold"/>
              </a:rPr>
              <a:t>_001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4692D-4511-772D-F698-B2DE603D4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597" y="770096"/>
            <a:ext cx="10190480" cy="59464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b="1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Defect summary :- </a:t>
            </a:r>
            <a:r>
              <a:rPr lang="en-US" sz="1600" dirty="0"/>
              <a:t>When searching for </a:t>
            </a:r>
            <a:r>
              <a:rPr lang="en-US" sz="1600" i="1" dirty="0"/>
              <a:t>Cameras</a:t>
            </a:r>
            <a:r>
              <a:rPr lang="en-US" sz="1600" dirty="0"/>
              <a:t>, the application shows </a:t>
            </a:r>
            <a:r>
              <a:rPr lang="en-US" sz="1600" i="1" dirty="0"/>
              <a:t>“Product not found”</a:t>
            </a:r>
            <a:r>
              <a:rPr lang="en-US" sz="1600" dirty="0"/>
              <a:t> even though products exist in the category.</a:t>
            </a:r>
            <a:endParaRPr lang="en-US" sz="1500" dirty="0">
              <a:solidFill>
                <a:srgbClr val="323232"/>
              </a:solidFill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b="1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Test Id </a:t>
            </a:r>
            <a:r>
              <a:rPr lang="en-US" sz="1500" b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:- </a:t>
            </a:r>
            <a:r>
              <a:rPr lang="en-US" sz="150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TC_1</a:t>
            </a:r>
            <a:endParaRPr lang="en-IN" sz="15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Test case name </a:t>
            </a:r>
            <a:r>
              <a:rPr lang="en-US" sz="1500" b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:- </a:t>
            </a:r>
            <a:r>
              <a:rPr lang="en-US" sz="1500" dirty="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TC_Search</a:t>
            </a:r>
            <a:endParaRPr lang="en-IN" sz="1500" dirty="0" err="1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Module name :-</a:t>
            </a: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  </a:t>
            </a: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Product Search</a:t>
            </a:r>
            <a:endParaRPr lang="en-IN" sz="1500" dirty="0"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Reproducible :-</a:t>
            </a: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endParaRPr lang="en-US" sz="1500" dirty="0" smtClean="0">
              <a:solidFill>
                <a:srgbClr val="404040"/>
              </a:solidFill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 smtClean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Severity :- </a:t>
            </a:r>
            <a:r>
              <a:rPr lang="en-US" sz="1500" dirty="0" smtClean="0">
                <a:solidFill>
                  <a:srgbClr val="404040"/>
                </a:solidFill>
                <a:latin typeface="Arial"/>
                <a:cs typeface="Arial"/>
              </a:rPr>
              <a:t>High</a:t>
            </a:r>
            <a:endParaRPr lang="en-IN" sz="1500" dirty="0"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Priority :- </a:t>
            </a: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High</a:t>
            </a:r>
            <a:endParaRPr lang="en-IN" sz="1500" dirty="0"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Raised by :-</a:t>
            </a: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500" dirty="0" smtClean="0">
                <a:solidFill>
                  <a:srgbClr val="404040"/>
                </a:solidFill>
                <a:latin typeface="Arial"/>
                <a:cs typeface="Arial"/>
              </a:rPr>
              <a:t>Sulkshana Patil</a:t>
            </a:r>
            <a:endParaRPr lang="en-IN" sz="1500" dirty="0"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Assigned to :- </a:t>
            </a:r>
            <a:endParaRPr lang="en-US" sz="150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Date of assignment :- </a:t>
            </a: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9/9/2025</a:t>
            </a:r>
            <a:endParaRPr lang="en-IN" sz="1500" dirty="0"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Status :-</a:t>
            </a: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04040"/>
                </a:solidFill>
                <a:latin typeface="Times New Roman"/>
                <a:cs typeface="Times New Roman"/>
              </a:rPr>
              <a:t>OPEN</a:t>
            </a:r>
            <a:endParaRPr lang="en-IN" sz="1200" dirty="0">
              <a:latin typeface="Times New Roman"/>
              <a:cs typeface="Times New Roman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Snap shots :-</a:t>
            </a:r>
            <a:endParaRPr lang="en-US" sz="1500" dirty="0"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Fixed by :-</a:t>
            </a: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 developer</a:t>
            </a:r>
            <a:endParaRPr lang="en-IN" sz="1500" dirty="0"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Date of fixing :- </a:t>
            </a:r>
            <a:endParaRPr lang="en-US" sz="150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1500" dirty="0">
              <a:latin typeface="Trebuchet MS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EB2E87-5E37-CFA7-2C9A-0D06807C400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892550" y="3114675"/>
          <a:ext cx="4406900" cy="6286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406900">
                  <a:extLst>
                    <a:ext uri="{9D8B030D-6E8A-4147-A177-3AD203B41FA5}">
                      <a16:colId xmlns:a16="http://schemas.microsoft.com/office/drawing/2014/main" val="3410530419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156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1140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701" y="914400"/>
            <a:ext cx="10083744" cy="509877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DB599-E11F-780A-5EA4-2ADE93274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23EBB-9B01-4C46-8D30-0897086160B0}" type="datetime1">
              <a:t>9/9/2025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3C2C1-5A18-3399-CB70-0475BEAA3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976096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BB7A6-6A9A-407B-35F7-5DC0F73E8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99733"/>
            <a:ext cx="10515600" cy="401003"/>
          </a:xfrm>
        </p:spPr>
        <p:txBody>
          <a:bodyPr/>
          <a:lstStyle/>
          <a:p>
            <a:r>
              <a:rPr lang="en-US" sz="2000" b="1" dirty="0">
                <a:latin typeface="Arial Rounded MT Bold"/>
              </a:rPr>
              <a:t>Defect identifier :- </a:t>
            </a:r>
            <a:r>
              <a:rPr lang="en-US" sz="2000" dirty="0" smtClean="0">
                <a:latin typeface="Arial Rounded MT Bold"/>
              </a:rPr>
              <a:t>D</a:t>
            </a:r>
            <a:r>
              <a:rPr lang="en-US" sz="2000" dirty="0" smtClean="0">
                <a:latin typeface="Arial Rounded MT Bold"/>
              </a:rPr>
              <a:t>_002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4692D-4511-772D-F698-B2DE603D4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222" y="800736"/>
            <a:ext cx="10190480" cy="59464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b="1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Defect summary :- </a:t>
            </a:r>
            <a:r>
              <a:rPr lang="en-US" sz="1600" dirty="0"/>
              <a:t>Registration page accepts invalid values for email and username fields</a:t>
            </a:r>
            <a:endParaRPr lang="en-US" sz="1500" dirty="0">
              <a:solidFill>
                <a:srgbClr val="323232"/>
              </a:solidFill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b="1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Test Id </a:t>
            </a:r>
            <a:r>
              <a:rPr lang="en-US" sz="1500" b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:- </a:t>
            </a:r>
            <a:r>
              <a:rPr lang="en-US" sz="150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smtClean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TC_2</a:t>
            </a:r>
            <a:endParaRPr lang="en-IN" sz="1500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Test case name </a:t>
            </a:r>
            <a:r>
              <a:rPr lang="en-US" sz="1500" b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:- </a:t>
            </a:r>
            <a:r>
              <a:rPr lang="en-US" sz="1500" dirty="0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TC_Search</a:t>
            </a:r>
            <a:endParaRPr lang="en-IN" sz="1500" dirty="0" err="1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Module name :-</a:t>
            </a: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  </a:t>
            </a: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Registration Page</a:t>
            </a:r>
            <a:endParaRPr lang="en-IN" sz="1500" dirty="0"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Reproducible :-</a:t>
            </a: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endParaRPr lang="en-US" sz="1500" dirty="0" smtClean="0">
              <a:solidFill>
                <a:srgbClr val="404040"/>
              </a:solidFill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 smtClean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Severity :- </a:t>
            </a:r>
            <a:r>
              <a:rPr lang="en-US" sz="1500" dirty="0" smtClean="0">
                <a:solidFill>
                  <a:srgbClr val="404040"/>
                </a:solidFill>
                <a:latin typeface="Arial"/>
                <a:cs typeface="Arial"/>
              </a:rPr>
              <a:t>Medium</a:t>
            </a:r>
            <a:endParaRPr lang="en-IN" sz="1500" dirty="0"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Priority :- </a:t>
            </a: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Medium</a:t>
            </a:r>
            <a:endParaRPr lang="en-IN" sz="1500" dirty="0"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Raised by :-</a:t>
            </a: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500" dirty="0" smtClean="0">
                <a:solidFill>
                  <a:srgbClr val="404040"/>
                </a:solidFill>
                <a:latin typeface="Arial"/>
                <a:cs typeface="Arial"/>
              </a:rPr>
              <a:t>Sulkshana Patil</a:t>
            </a:r>
            <a:endParaRPr lang="en-IN" sz="1500" dirty="0"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Assigned to :- </a:t>
            </a:r>
            <a:endParaRPr lang="en-US" sz="150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Date of assignment :- </a:t>
            </a: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9/9/2025</a:t>
            </a:r>
            <a:endParaRPr lang="en-IN" sz="1500" dirty="0"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Status :-</a:t>
            </a: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04040"/>
                </a:solidFill>
                <a:latin typeface="Times New Roman"/>
                <a:cs typeface="Times New Roman"/>
              </a:rPr>
              <a:t>OPEN</a:t>
            </a:r>
            <a:endParaRPr lang="en-IN" sz="1200" dirty="0">
              <a:latin typeface="Times New Roman"/>
              <a:cs typeface="Times New Roman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Snap shots :-</a:t>
            </a:r>
            <a:endParaRPr lang="en-US" sz="1500" dirty="0"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Fixed by :-</a:t>
            </a: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 developer</a:t>
            </a:r>
            <a:endParaRPr lang="en-IN" sz="1500" dirty="0">
              <a:latin typeface="Arial"/>
              <a:cs typeface="Arial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500" dirty="0">
                <a:solidFill>
                  <a:srgbClr val="404040"/>
                </a:solidFill>
                <a:latin typeface="Wingdings"/>
                <a:sym typeface="Wingdings"/>
              </a:rPr>
              <a:t>Ø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Date of fixing :- </a:t>
            </a:r>
            <a:endParaRPr lang="en-US" sz="150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1500" dirty="0">
              <a:latin typeface="Trebuchet MS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EB2E87-5E37-CFA7-2C9A-0D06807C400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892550" y="3114675"/>
          <a:ext cx="4406900" cy="6286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406900">
                  <a:extLst>
                    <a:ext uri="{9D8B030D-6E8A-4147-A177-3AD203B41FA5}">
                      <a16:colId xmlns:a16="http://schemas.microsoft.com/office/drawing/2014/main" val="3410530419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156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8533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DB599-E11F-780A-5EA4-2ADE93274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23EBB-9B01-4C46-8D30-0897086160B0}" type="datetime1">
              <a:t>9/9/2025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3C2C1-5A18-3399-CB70-0475BEAA3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914400"/>
            <a:ext cx="9609513" cy="521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753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Handling synchronization in dynamic pages</a:t>
            </a:r>
          </a:p>
          <a:p>
            <a:r>
              <a:t>- Avoiding CAPTCHA during login</a:t>
            </a:r>
          </a:p>
          <a:p>
            <a:r>
              <a:t>- Managing test data via feature files</a:t>
            </a:r>
          </a:p>
          <a:p>
            <a:r>
              <a:t>- Debugging element locators for complex forms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Learned Selenium with Cucumber (BDD)</a:t>
            </a:r>
          </a:p>
          <a:p>
            <a:r>
              <a:t>- Gained experience with Page Object Model (POM)</a:t>
            </a:r>
          </a:p>
          <a:p>
            <a:r>
              <a:t>- Understood the importance of parameterization in automation</a:t>
            </a:r>
          </a:p>
          <a:p>
            <a:r>
              <a:t>- Improved debugging and reporting skills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2650" y="2376709"/>
            <a:ext cx="9580025" cy="2509615"/>
          </a:xfrm>
        </p:spPr>
        <p:txBody>
          <a:bodyPr/>
          <a:lstStyle/>
          <a:p>
            <a:r>
              <a:rPr dirty="0" smtClean="0"/>
              <a:t>Thank You !!!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869</TotalTime>
  <Words>537</Words>
  <Application>Microsoft Office PowerPoint</Application>
  <PresentationFormat>Widescreen</PresentationFormat>
  <Paragraphs>101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Rounded MT Bold</vt:lpstr>
      <vt:lpstr>Calibri</vt:lpstr>
      <vt:lpstr>Century Gothic</vt:lpstr>
      <vt:lpstr>Times New Roman</vt:lpstr>
      <vt:lpstr>Trebuchet MS</vt:lpstr>
      <vt:lpstr>Wingdings</vt:lpstr>
      <vt:lpstr>Wingdings 3</vt:lpstr>
      <vt:lpstr>Wisp</vt:lpstr>
      <vt:lpstr>OpenCart Automation Testing</vt:lpstr>
      <vt:lpstr>Introduction</vt:lpstr>
      <vt:lpstr>Overview</vt:lpstr>
      <vt:lpstr>Modules</vt:lpstr>
      <vt:lpstr>Modules</vt:lpstr>
      <vt:lpstr>Modules</vt:lpstr>
      <vt:lpstr>DEFECTS </vt:lpstr>
      <vt:lpstr>Defect identifier :- D_001</vt:lpstr>
      <vt:lpstr>PowerPoint Presentation</vt:lpstr>
      <vt:lpstr>Defect identifier :- D_002</vt:lpstr>
      <vt:lpstr>PowerPoint Presentation</vt:lpstr>
      <vt:lpstr>Challenges</vt:lpstr>
      <vt:lpstr>Experience</vt:lpstr>
      <vt:lpstr>Thank You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PRESTASHOP / MY SHOP MODULE</dc:title>
  <dc:creator>Sulkshana Patil</dc:creator>
  <cp:lastModifiedBy>admin</cp:lastModifiedBy>
  <cp:revision>74</cp:revision>
  <dcterms:created xsi:type="dcterms:W3CDTF">2024-02-15T17:31:50Z</dcterms:created>
  <dcterms:modified xsi:type="dcterms:W3CDTF">2025-09-09T04:19:38Z</dcterms:modified>
</cp:coreProperties>
</file>